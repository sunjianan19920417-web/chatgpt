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2a78a77b1f4f86" /><Relationship Type="http://schemas.openxmlformats.org/officeDocument/2006/relationships/extended-properties" Target="/docProps/app.xml" Id="R2f6cd936588c40ed" /><Relationship Type="http://schemas.openxmlformats.org/officeDocument/2006/relationships/officeDocument" Target="/ppt/presentation.xml" Id="Ra3eab9e4c863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b629786ab487a"/>
  </p:sldMasterIdLst>
  <p:notesMasterIdLst>
    <p:notesMasterId xmlns:r="http://schemas.openxmlformats.org/officeDocument/2006/relationships" r:id="Re90baf1beb104070"/>
  </p:notesMasterIdLst>
  <p:sldIdLst>
    <p:sldId xmlns:r="http://schemas.openxmlformats.org/officeDocument/2006/relationships" id="256" r:id="Rb4b943d456824d7a"/>
  </p:sldIdLst>
  <p:sldSz cx="9753600" cy="1463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45df41ea8d481b" /><Relationship Type="http://schemas.openxmlformats.org/officeDocument/2006/relationships/slideMaster" Target="/ppt/slideMasters/slideMaster1.xml" Id="Rc81b629786ab487a" /><Relationship Type="http://schemas.openxmlformats.org/officeDocument/2006/relationships/notesMaster" Target="/ppt/notesMasters/notesMaster1.xml" Id="Re90baf1beb104070" /><Relationship Type="http://schemas.openxmlformats.org/officeDocument/2006/relationships/presProps" Target="/ppt/presProps.xml" Id="Rb234fa9e72894b95" /><Relationship Type="http://schemas.openxmlformats.org/officeDocument/2006/relationships/tableStyles" Target="/ppt/tableStyles.xml" Id="R234ff09390964913" /><Relationship Type="http://schemas.openxmlformats.org/officeDocument/2006/relationships/slide" Target="/ppt/slides/slide1.xml" Id="Rb4b943d456824d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085d52438f45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5d54c5b6b4045" /><Relationship Type="http://schemas.openxmlformats.org/officeDocument/2006/relationships/notesMaster" Target="/ppt/notesMasters/notesMaster1.xml" Id="R4c94eb8c480942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九溪秋景背景由 AI 生成，供版式展示，不代表活动当天实景。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ee09beba44c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e51f60e044154" /><Relationship Type="http://schemas.openxmlformats.org/officeDocument/2006/relationships/slideLayout" Target="/ppt/slideLayouts/slideLayout1.xml" Id="Rd5e4400c78394d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e4400c78394d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a6a8414694ee8" /><Relationship Type="http://schemas.openxmlformats.org/officeDocument/2006/relationships/image" Target="/ppt/media/image.png" Id="Rff406550ec4644ce" /><Relationship Type="http://schemas.openxmlformats.org/officeDocument/2006/relationships/notesSlide" Target="/ppt/notesSlides/notesSlide1.xml" Id="Rf57057e3a4864a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06550ec4644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753600" cy="14630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EB356-6ABB-42B2-9ECC-7E3CCBD3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81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C281F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2C281F"/>
                </a:solidFill>
                <a:latin typeface="Songti SC"/>
                <a:ea typeface="Songti SC"/>
                <a:cs typeface="Songti SC"/>
              </a:rPr>
              <a:t>在山水之间</a:t>
            </a:r>
          </a:p>
          <a:p xmlns:a="http://schemas.openxmlformats.org/drawingml/2006/main">
            <a:pPr algn="l">
              <a:defRPr sz="1875" b="0">
                <a:solidFill>
                  <a:srgbClr val="2C281F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2C281F"/>
                </a:solidFill>
                <a:latin typeface="Songti SC"/>
                <a:ea typeface="Songti SC"/>
                <a:cs typeface="Songti SC"/>
              </a:rPr>
              <a:t>遇见更好的秋天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FAF54-FD56-4016-ADB9-F46A44D2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6700"/>
            <a:ext cx="13620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HANGZHOU</a:t>
            </a:r>
          </a:p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AUTUMN</a:t>
            </a:r>
          </a:p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HIKING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6CB73-C5D0-4F17-83D4-EE8CDED1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733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2B1D10"/>
                </a:solidFill>
                <a:latin typeface="Songti SC"/>
                <a:ea typeface="Songti SC"/>
                <a:cs typeface="Songti SC"/>
              </a:defRPr>
            </a:pPr>
            <a:r>
              <a:rPr sz="6750" b="1">
                <a:solidFill>
                  <a:srgbClr val="2B1D10"/>
                </a:solidFill>
                <a:latin typeface="Songti SC"/>
                <a:ea typeface="Songti SC"/>
                <a:cs typeface="Songti SC"/>
              </a:rPr>
              <a:t>杭州·九溪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BC3D3-9581-435A-8A19-027DC36A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6905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75" b="1">
                <a:solidFill>
                  <a:srgbClr val="2B1D10"/>
                </a:solidFill>
                <a:latin typeface="Songti SC"/>
                <a:ea typeface="Songti SC"/>
                <a:cs typeface="Songti SC"/>
              </a:defRPr>
            </a:pPr>
            <a:r>
              <a:rPr sz="7275" b="1">
                <a:solidFill>
                  <a:srgbClr val="2B1D10"/>
                </a:solidFill>
                <a:latin typeface="Songti SC"/>
                <a:ea typeface="Songti SC"/>
                <a:cs typeface="Songti SC"/>
              </a:rPr>
              <a:t>秋日徒步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DCD86-8E25-436C-865E-7D0C5845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4238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42465-8AF2-4951-94BB-7D3AB702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C281F"/>
                </a:solidFill>
                <a:latin typeface="Songti SC"/>
                <a:ea typeface="Songti SC"/>
                <a:cs typeface="Songti SC"/>
              </a:defRPr>
            </a:pPr>
            <a:r>
              <a:rPr sz="2250" b="0">
                <a:solidFill>
                  <a:srgbClr val="2C281F"/>
                </a:solidFill>
                <a:latin typeface="Songti SC"/>
                <a:ea typeface="Songti SC"/>
                <a:cs typeface="Songti SC"/>
              </a:rPr>
              <a:t>一场刚刚好的秋日出走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F962E-324D-40EF-9CC3-42672F67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815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山  ·  溪  ·  茶  ·  林  ·  好  朋  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5B91B-C240-4795-BBF1-F82114FF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52450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C3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52DF5-0BF3-48FF-A79D-00BC736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活动时间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6EDF8-C4A8-4124-AA82-246FF069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8007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待定（建议周末）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56D65-6B39-4B3F-BACD-41B03FB4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39127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C3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163A9-F294-4057-937E-22B57B2A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960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人数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0F95-81B0-471F-B239-3A98338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67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10 人以内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E3F17-790E-4F09-817E-F71EA69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7258050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C3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89055-099F-4FC7-9C0D-53DD940E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1628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集合地点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E2D99-3912-4513-B308-A61B7DA4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5342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九溪公交站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8AEBB-B3E2-4EE2-96A0-27949378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81248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C3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58957-730B-45D6-AE11-B8797AB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80295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活动类型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E5B63-A216-4D5B-81FA-CC35630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8401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轻松徒步 · 秋景打卡 · 午餐相聚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1BFFC-16F7-474F-A931-78A4CB44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096375"/>
            <a:ext cx="4191000" cy="3609975"/>
          </a:xfrm>
          <a:prstGeom xmlns:a="http://schemas.openxmlformats.org/drawingml/2006/main" prst="roundRect">
            <a:avLst>
              <a:gd name="adj" fmla="val 2111"/>
            </a:avLst>
          </a:prstGeom>
          <a:solidFill xmlns:a="http://schemas.openxmlformats.org/drawingml/2006/main">
            <a:srgbClr val="FFFDF7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3C37B-2CBC-4BE4-813A-833F9EF7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2964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C281F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2C281F"/>
                </a:solidFill>
                <a:latin typeface="Songti SC"/>
                <a:ea typeface="Songti SC"/>
                <a:cs typeface="Songti SC"/>
              </a:rPr>
              <a:t>路线概览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194E1-020D-4DDB-812A-C3F61FDD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934575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135A2-2D83-48E6-BEED-D684F8B4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382250"/>
            <a:ext cx="3810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48D5B6-8919-4685-9C34-910B71C3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26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A5D04-1DDD-4EFA-9643-4F70EE73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02298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九溪公交站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BB325-1E8E-476C-8022-A4CE61B0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79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A3AD7-4939-48B6-BD29-84787B6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075372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九溪烟树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ACD4E-17BA-44D6-AEDE-D8D79960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315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79E570-952F-42AD-B4C5-16265E8E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2776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溪流步道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ACC36D-13C6-429B-87E0-2C8387DE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1839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AC53C-17CF-428C-8545-9F5D568F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18014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理安寺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11083-8616-4D18-8683-CF9FB2F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6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C3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FA074-7841-4267-BC7F-CFC8EF20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23253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九溪十八涧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6F996A-3766-4BBC-9165-3CED0EE5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22967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792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D77927"/>
                </a:solidFill>
                <a:latin typeface="Hiragino Sans GB"/>
                <a:ea typeface="Hiragino Sans GB"/>
                <a:cs typeface="Hiragino Sans GB"/>
              </a:rPr>
              <a:t>可选：龙井村方向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564E7-64AD-4C09-92AF-3ADC9F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229350"/>
            <a:ext cx="4648200" cy="64960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DF7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35FCBA-D9E1-4783-8E3C-49F13956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57950"/>
            <a:ext cx="3962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C281F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2C281F"/>
                </a:solidFill>
                <a:latin typeface="Songti SC"/>
                <a:ea typeface="Songti SC"/>
                <a:cs typeface="Songti SC"/>
              </a:rPr>
              <a:t>行程安排（参考）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C17E26-02A0-459A-82D6-CA2AF4A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7048500"/>
            <a:ext cx="401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8E95DC-537B-4540-8B1C-6D5706E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439025"/>
            <a:ext cx="28575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169227-C888-4F03-AB70-5D875C4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7458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CBE47-8CCD-435F-A925-C8539C10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7391400"/>
            <a:ext cx="1066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09:30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2D8D3C-3D39-4C3D-B624-EDD241C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39140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九溪公交站集合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57DC40-4F36-42ED-85F1-A63D35A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8248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7CB916-4299-498D-8704-DB0A4C18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181975"/>
            <a:ext cx="1066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09:40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2D307B-92EE-4EA2-810C-30BBEBCD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18197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出发，进入步道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D7C8E7-365F-4F04-B9AA-E46E3CC2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90392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A460D0-32B6-4D2B-8044-728C07D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972550"/>
            <a:ext cx="1066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11:30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8766C3-D85C-4307-8EA7-EA6771B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97255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抵达九溪十八涧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702B71-B1D6-41BC-8E68-D24D2E1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9829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BDEC90-6CC3-4590-B95D-7565769E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9763125"/>
            <a:ext cx="1066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12:00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5F7C3A-3B5F-45C3-8622-631C6DA7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76312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午餐时间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8A1243-FD1B-44A0-BAB9-66A0E501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062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268AB6-0784-4758-9AD2-D4CB9920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0553700"/>
            <a:ext cx="1066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13:30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EF3376-DD02-401F-9E39-63433064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0553700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餐后自由活动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E778B1-106F-42AC-817D-846F6140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1410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927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30C38F-3665-46DE-961D-6804937E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1344275"/>
            <a:ext cx="1066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15:30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B212CF-541B-4B13-8D22-9199192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344275"/>
            <a:ext cx="2457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C281F"/>
                </a:solidFill>
                <a:latin typeface="Hiragino Sans GB"/>
                <a:ea typeface="Hiragino Sans GB"/>
                <a:cs typeface="Hiragino Sans GB"/>
              </a:rPr>
              <a:t>活动结束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8AAED7-CAB3-42EF-AF1D-637A4820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82550"/>
            <a:ext cx="97536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>
              <a:alpha val="97000"/>
            </a:srgbClr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656966-96C2-4458-BEC2-32BC74D7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782550"/>
            <a:ext cx="9753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E77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BFD8DF0-2824-42B8-B565-0F2A26EC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3011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C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34C36"/>
                </a:solidFill>
                <a:latin typeface="Hiragino Sans GB"/>
                <a:ea typeface="Hiragino Sans GB"/>
                <a:cs typeface="Hiragino Sans GB"/>
              </a:rPr>
              <a:t>全程约 6–8 km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00E152-01F3-4DCF-9AC3-5DA47872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011150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C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34C36"/>
                </a:solidFill>
                <a:latin typeface="Hiragino Sans GB"/>
                <a:ea typeface="Hiragino Sans GB"/>
                <a:cs typeface="Hiragino Sans GB"/>
              </a:rPr>
              <a:t>预计 2.5–3.5 小时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0D3A07-67B0-443E-8CBF-F85DABD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0111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C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334C36"/>
                </a:solidFill>
                <a:latin typeface="Hiragino Sans GB"/>
                <a:ea typeface="Hiragino Sans GB"/>
                <a:cs typeface="Hiragino Sans GB"/>
              </a:rPr>
              <a:t>难度低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337FC0-965D-4A11-8104-9218AA0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6779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3C23"/>
                </a:solidFill>
                <a:latin typeface="Songti SC"/>
                <a:ea typeface="Songti SC"/>
                <a:cs typeface="Songti SC"/>
              </a:defRPr>
            </a:pPr>
            <a:r>
              <a:rPr sz="1875" b="0">
                <a:solidFill>
                  <a:srgbClr val="633C23"/>
                </a:solidFill>
                <a:latin typeface="Songti SC"/>
                <a:ea typeface="Songti SC"/>
                <a:cs typeface="Songti SC"/>
              </a:rPr>
              <a:t>走一段山路，吃一顿好饭，和有趣的人一起看秋天。</a:t>
            </a:r>
          </a:p>
        </p:txBody>
      </p:sp>
    </p:spTree>
    <p:extLst>
      <p:ext uri="{BB962C8B-B14F-4D97-AF65-F5344CB8AC3E}">
        <p14:creationId xmlns:p14="http://schemas.microsoft.com/office/powerpoint/2010/main" val="1155635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2026-09-14T06:34:00.0010000Z</dcterms:created>
  <dcterms:modified xsi:type="dcterms:W3CDTF">2026-09-14T06:34:00.0020000Z</dcterms:modified>
</coreProperties>
</file>